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3F00C-71A3-E9EB-D317-34A98EAC2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8A011F-E5C9-A169-354A-73EDEBA6D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E25E4-FD01-17BB-8D03-852E8135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6CF8B5-D255-475E-29DE-10441E7B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C9123D-C7D4-DFA7-CD0E-0BC7BBA8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80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53556-8F8F-2DBD-D65D-FC463C63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E56197-0DF6-AE4F-B37A-0E0B10E5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DFC1C3-9C10-947F-21F0-BA76CF68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E19584-B7DA-E37F-A87A-5C6B582D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DAFB8F-00FF-7052-2664-9ED8420F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78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D9B26-9BD0-ABBA-33BA-A50F4811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43B580-FE4F-4C30-7145-01ADEF69E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00BE05-FDA0-C5A7-3EF1-1127F8F9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1B363B-4BBF-2D95-58CD-0050747D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65C344-9D54-8B03-0D10-2FA6DE23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44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F7316C-6847-4BC4-AF0F-33B7AFC6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2F78C4-D6F6-F584-3133-0F2FBAB5B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9302FD-C71C-6352-9E76-C053E4A91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67E69D-7930-12D6-191A-55A2AAFB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E49CDE-049D-A2C4-82D3-3D44C1223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039C2D-D19F-DEB2-DB13-514A526A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03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3B574-E0C3-1046-1227-AD6E0F57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5D571-F2B8-394C-7127-5607CF09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91938B-8FB2-8E9A-FA63-9CA6DF9DD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D52E40-1355-D389-7A33-2D4561A0A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E9E330-C7C8-6B67-CC27-2DD29BFBF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CFDE79-3EB4-6DAC-AAC4-843CB00E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097F86-1EAA-74B4-7BE6-4D72F45B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CA6623-2A82-56E9-B757-987C444E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0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CB524-59B4-BA59-CB23-71660693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68D281-6090-255B-AAF0-77FC6A49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A2F6DC6-E2DB-FE33-41DC-565FA2AA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478C40-6704-6AD4-C3B8-4F0694C3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37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93F303-008D-6877-BDB1-3E03ED58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3805B4-04F0-D30B-713B-31B300C1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D4C269-5E3B-3116-FAE5-DEBE5C65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88833-B8B8-1DFD-C568-1BFF652D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561ACE-0348-ADCB-1881-0D4C87AD1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90DE68-C460-69A1-BAD7-67055FB1A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24D152-1C86-EEB5-A229-585BA344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92467-DB67-AB27-B805-0963DBD6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FCB615-6956-7D11-D968-4C3AF0B8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01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57CBF-5929-2331-A97F-FBEB375D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EF678BE-9F80-6800-6F90-5AFA226C9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1D9FD1-5BE5-CD4B-766C-9A7C128B2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F84D75-0AA1-F88E-AAE3-5C790E58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4158E5-9601-6551-AC02-264075C7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624AA4-5330-B84F-8821-4B0AD246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32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9CF8F-67D6-17C5-B712-C1E6BE9A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72EFE8-97F5-637E-A99B-9367BB907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090CDF-128C-2C4C-E779-E9C6BBF8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75EEBA-6ECC-4A4E-A995-E0C7FCDA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07D52-C766-7C02-FBD0-0AEDF4DE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4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427745-D425-7DD4-8B5B-5777113D2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27A8EB-1D88-BF04-DE7B-865B49B66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F2DD5F-C297-1EBB-920A-C4C74CA0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B0B86-17C7-6A36-11D5-5C3A45A0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DF82AD-49AD-7036-4ACA-7A7D34AE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68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057E83-FFBF-4CD2-C876-839CDF7A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EA6D14-BCEF-9719-DE6E-CB61727E1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BA6727-A349-8285-027D-E6D32479A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D14DC-B558-4398-BB8F-9F988DCC79FA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54954C-0D4E-C822-D062-E1819EB66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C461D5-2D08-E72F-9F79-86DC93A0C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A90F-E8CB-404E-B7B8-C70F5DCD1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49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1E34703-F04B-F6CA-A9E2-FC818A342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6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B129F-4537-9FD1-5F1C-23234FF8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EFC0C64-014D-4756-5D77-3FE856F48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13"/>
          <a:stretch>
            <a:fillRect/>
          </a:stretch>
        </p:blipFill>
        <p:spPr>
          <a:xfrm>
            <a:off x="71818" y="0"/>
            <a:ext cx="12120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顕 高須賀</dc:creator>
  <cp:lastModifiedBy>顕 高須賀</cp:lastModifiedBy>
  <cp:revision>2</cp:revision>
  <dcterms:created xsi:type="dcterms:W3CDTF">2026-04-23T14:12:49Z</dcterms:created>
  <dcterms:modified xsi:type="dcterms:W3CDTF">2026-09-10T13:24:51Z</dcterms:modified>
</cp:coreProperties>
</file>