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405" y="-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B34B-9E14-407D-A7B5-B1526BA4B06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950B-D725-419B-80CA-135C84A40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467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B34B-9E14-407D-A7B5-B1526BA4B06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950B-D725-419B-80CA-135C84A40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034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B34B-9E14-407D-A7B5-B1526BA4B06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950B-D725-419B-80CA-135C84A40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2016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B34B-9E14-407D-A7B5-B1526BA4B06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950B-D725-419B-80CA-135C84A40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33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B34B-9E14-407D-A7B5-B1526BA4B06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950B-D725-419B-80CA-135C84A40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627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B34B-9E14-407D-A7B5-B1526BA4B06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950B-D725-419B-80CA-135C84A40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569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B34B-9E14-407D-A7B5-B1526BA4B06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950B-D725-419B-80CA-135C84A40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93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B34B-9E14-407D-A7B5-B1526BA4B06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950B-D725-419B-80CA-135C84A40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57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B34B-9E14-407D-A7B5-B1526BA4B06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950B-D725-419B-80CA-135C84A40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B34B-9E14-407D-A7B5-B1526BA4B06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950B-D725-419B-80CA-135C84A40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25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B34B-9E14-407D-A7B5-B1526BA4B06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950B-D725-419B-80CA-135C84A40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65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FB34B-9E14-407D-A7B5-B1526BA4B069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F950B-D725-419B-80CA-135C84A402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635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BEBA5D-25EB-F415-9419-DE5E8389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AA8FDB-79C3-E21F-6025-6744D877D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8925393-3471-FAB1-6868-7E3E1A8BC4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1" t="1950" r="2784" b="7231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23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</TotalTime>
  <Words>0</Words>
  <Application>Microsoft Office PowerPoint</Application>
  <PresentationFormat>A4 210 x 297 mm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顕 高須賀</dc:creator>
  <cp:lastModifiedBy>顕 高須賀</cp:lastModifiedBy>
  <cp:revision>1</cp:revision>
  <dcterms:created xsi:type="dcterms:W3CDTF">2026-10-13T12:28:34Z</dcterms:created>
  <dcterms:modified xsi:type="dcterms:W3CDTF">2026-10-13T13:35:08Z</dcterms:modified>
</cp:coreProperties>
</file>